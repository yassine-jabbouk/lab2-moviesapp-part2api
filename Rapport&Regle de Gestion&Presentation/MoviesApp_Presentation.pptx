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3657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MoviesApp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32004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103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Mobile Intelligente de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Découverte et Gestion de Films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3291840"/>
            <a:ext cx="1645920" cy="347472"/>
          </a:xfrm>
          <a:prstGeom prst="rect">
            <a:avLst/>
          </a:prstGeom>
          <a:solidFill>
            <a:srgbClr val="2A2A2A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291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0914"/>
                </a:solidFill>
              </a:rPr>
              <a:t>Java &amp; Android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30552" y="3291840"/>
            <a:ext cx="1645920" cy="347472"/>
          </a:xfrm>
          <a:prstGeom prst="rect">
            <a:avLst/>
          </a:prstGeom>
          <a:solidFill>
            <a:srgbClr val="2A2A2A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0552" y="3291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0914"/>
                </a:solidFill>
              </a:rPr>
              <a:t>FastAPI Backend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95344" y="3291840"/>
            <a:ext cx="1645920" cy="347472"/>
          </a:xfrm>
          <a:prstGeom prst="rect">
            <a:avLst/>
          </a:prstGeom>
          <a:solidFill>
            <a:srgbClr val="2A2A2A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95344" y="3291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0914"/>
                </a:solidFill>
              </a:rPr>
              <a:t>Google Gemini AI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0136" y="3291840"/>
            <a:ext cx="1645920" cy="347472"/>
          </a:xfrm>
          <a:prstGeom prst="rect">
            <a:avLst/>
          </a:prstGeom>
          <a:solidFill>
            <a:srgbClr val="2A2A2A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0136" y="3291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0914"/>
                </a:solidFill>
              </a:rPr>
              <a:t>Firebase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24928" y="3291840"/>
            <a:ext cx="1645920" cy="347472"/>
          </a:xfrm>
          <a:prstGeom prst="rect">
            <a:avLst/>
          </a:prstGeom>
          <a:solidFill>
            <a:srgbClr val="2A2A2A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4928" y="3291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0914"/>
                </a:solidFill>
              </a:rPr>
              <a:t>TMDB API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Yassine Jaabouk  •  EMSI Casablanca Maarif  •  4ème Année Cycle Ingénieurs  •  2025/2026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Encadré par : M. Mohammed Bousmah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20624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5029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35331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Problématique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81051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MoviesApp 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420624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280160"/>
            <a:ext cx="5029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801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40680" y="135331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Proposée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81051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clés de l'application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14600"/>
            <a:ext cx="420624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14600"/>
            <a:ext cx="5029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146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258775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04495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et stack utilisés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514600"/>
            <a:ext cx="420624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514600"/>
            <a:ext cx="5029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5146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258775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IA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304495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AI — Vibe Search, Mood Scan, Recommandations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420624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49040"/>
            <a:ext cx="5029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7490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120" y="382219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427939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d'écran et résultats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749040"/>
            <a:ext cx="420624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749040"/>
            <a:ext cx="5029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7490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40680" y="382219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Perspectives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427939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 et évolutions futures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Contexte &amp; Problématique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02336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292608" cy="292608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2763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Explosion du nombre de films disponibles sur les plateformes numériques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402336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14600"/>
            <a:ext cx="292608" cy="292608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5059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utilisateurs peinent à trouver un film adapté à leur humeur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46120"/>
            <a:ext cx="402336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337560"/>
            <a:ext cx="292608" cy="292608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7355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Manque d'outils intelligents et centralisés pour la gestion de films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188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600200"/>
            <a:ext cx="4023360" cy="3017520"/>
          </a:xfrm>
          <a:prstGeom prst="rect">
            <a:avLst/>
          </a:prstGeom>
          <a:solidFill>
            <a:srgbClr val="FFF5F5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78308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concevoir une application mobile Android capable de centraliser la découverte de films, d'offrir des recommandations personnalisées par IA, et de localiser les cinémas à proximité — tout en offrant une expérience moderne et intuitive 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 Proposée — Fonctionnalités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🎬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Films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Parcourir, filtrer par genre, trier et rechercher via TMDB 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1430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143000"/>
            <a:ext cx="27432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280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10128" y="17373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Films Vus &amp; Favoris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20574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personnelle synchronisée avec backend FastAPI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3056" y="30175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3017520"/>
            <a:ext cx="27432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3154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54496" y="3611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Search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54496" y="3931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Décrire son humeur — l'IA Gemini trouve les films correspondants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17520"/>
            <a:ext cx="27432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54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Recommandations IA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931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Suggestions basées sur les films vus via Google Gemini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18688" y="48920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4892040"/>
            <a:ext cx="27432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5029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310128" y="5486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de Mood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10128" y="58064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Selfie analysé par IA pour détecter l'émotion et recommander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63056" y="48920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4892040"/>
            <a:ext cx="27432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5029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254496" y="5486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Cinémas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54496" y="58064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Cinémas à proximité via Google Maps &amp; Places API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Technique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754880" cy="7498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 Présentation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Android — Java / Android Studio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4754880" cy="74980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2140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 Métier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45059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FastAPI — Python / SQLite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4754880" cy="74980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3580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 Données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36499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Firebase Firestore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9496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Services Externes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94960" y="1554480"/>
            <a:ext cx="34747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554480"/>
            <a:ext cx="54864" cy="5486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5819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TMDB API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32120" y="18288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Films &amp; médias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94960" y="2212848"/>
            <a:ext cx="34747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4960" y="2212848"/>
            <a:ext cx="54864" cy="5486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2402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Firebase Auth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32120" y="24871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Authentification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94960" y="2871216"/>
            <a:ext cx="34747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2871216"/>
            <a:ext cx="54864" cy="5486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8986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Google Gemini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32120" y="314553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Intelligence Artificielle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94960" y="3529584"/>
            <a:ext cx="34747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94960" y="3529584"/>
            <a:ext cx="54864" cy="5486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5570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Google Maps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32120" y="380390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Géolocalisation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54456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: Java  •  Android Studio  •  Python  •  FastAPI  •  SQLite  •  Firebase  •  OkHttp  •  Glide  •  Volley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 Artificielle — Google Gemini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cas d'usage intégrés dans MoviesApp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788920" cy="34747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278892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63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Vibe Search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" y="24688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L'utilisateur décrit son humeur en langage naturel. Gemini extrait les mots-clés et TMDB retourne les films correspondants.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3931920"/>
            <a:ext cx="2560320" cy="548640"/>
          </a:xfrm>
          <a:prstGeom prst="rect">
            <a:avLst/>
          </a:prstGeom>
          <a:solidFill>
            <a:srgbClr val="2A1A1A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9593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Saisie humeur → Gemini → Mots-clés → TMDB → Films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18688" y="1325880"/>
            <a:ext cx="2788920" cy="34747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8688" y="1325880"/>
            <a:ext cx="278892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1463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Recommandations IA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28416" y="24688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Basées sur la liste des films vus de l'utilisateur. Gemini analyse les titres et notes pour recommander un genre similaire.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28416" y="3931920"/>
            <a:ext cx="2560320" cy="548640"/>
          </a:xfrm>
          <a:prstGeom prst="rect">
            <a:avLst/>
          </a:prstGeom>
          <a:solidFill>
            <a:srgbClr val="2A1A1A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39593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Films vus → Gemini → Genre clé → TMDB → Suggestions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63056" y="1325880"/>
            <a:ext cx="2788920" cy="34747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3056" y="1325880"/>
            <a:ext cx="278892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2784" y="1463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Scan de Mood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72784" y="24688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L'utilisateur prend un selfie. L'image est encodée en Base64 et envoyée à Gemini Vision qui détecte l'émotion dominante.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72784" y="3931920"/>
            <a:ext cx="2560320" cy="548640"/>
          </a:xfrm>
          <a:prstGeom prst="rect">
            <a:avLst/>
          </a:prstGeom>
          <a:solidFill>
            <a:srgbClr val="2A1A1A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0216" y="39593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Selfie → Base64 → Gemini Vision → Émotion → Films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Démonstration — Interfaces Principales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14800" cy="1691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41148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1005840" cy="141732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00200" y="14173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Page Principale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182880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Exploration, recherche et filtres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00200" y="2606040"/>
            <a:ext cx="731520" cy="20116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2606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VOIR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4114800" cy="1691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188720"/>
            <a:ext cx="41148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1325880"/>
            <a:ext cx="1005840" cy="141732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6459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35040" y="14173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Détail Film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182880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Synopsis, note, bande-annonce, carte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606040"/>
            <a:ext cx="731520" cy="20116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606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VOIR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3108960"/>
            <a:ext cx="4114800" cy="1691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08960"/>
            <a:ext cx="41148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46120"/>
            <a:ext cx="1005840" cy="141732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5661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600200" y="33375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Vibe Search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00200" y="37490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IA par humeur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600200" y="4526280"/>
            <a:ext cx="731520" cy="20116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0200" y="45262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VOIR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3108960"/>
            <a:ext cx="4114800" cy="1691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108960"/>
            <a:ext cx="41148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246120"/>
            <a:ext cx="1005840" cy="1417320"/>
          </a:xfrm>
          <a:prstGeom prst="rect">
            <a:avLst/>
          </a:prstGeom>
          <a:solidFill>
            <a:srgbClr val="DDDDDD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5661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035040" y="33375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Scan de Mood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35040" y="37490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d'émotion par caméra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35040" y="4526280"/>
            <a:ext cx="731520" cy="20116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0" y="45262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VOIR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Règles de Gestion Principales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68580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685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0914"/>
                </a:solidFill>
              </a:rPr>
              <a:t>RG-01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12344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Authentification obligatoire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618488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Tout accès nécessite une authentification Firebase préalable.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68580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43000"/>
            <a:ext cx="685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0914"/>
                </a:solidFill>
              </a:rPr>
              <a:t>RG-02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2344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Film vu avant favori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1618488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Un film ne peut être mis en favori qu'après avoir été marqué comme vu.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40487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404872"/>
            <a:ext cx="68580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404872"/>
            <a:ext cx="685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0914"/>
                </a:solidFill>
              </a:rPr>
              <a:t>RG-03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249631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Unicité du film vu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880360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Un même film ne peut être ajouté qu'une seule fois à la liste des vus.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40487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404872"/>
            <a:ext cx="68580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404872"/>
            <a:ext cx="685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0914"/>
                </a:solidFill>
              </a:rPr>
              <a:t>RG-04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249631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Condition IA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2880360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Les recommandations IA nécessitent au moins un film dans la liste des vus.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666744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66744"/>
            <a:ext cx="68580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666744"/>
            <a:ext cx="685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0914"/>
                </a:solidFill>
              </a:rPr>
              <a:t>RG-05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1560" y="375818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Films disponibles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4142232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Seuls les films dont la date de sortie est passée sont affichés.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666744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666744"/>
            <a:ext cx="68580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666744"/>
            <a:ext cx="685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0914"/>
                </a:solidFill>
              </a:rPr>
              <a:t>RG-06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0" y="375818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Permission caméra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0" y="4142232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Le Scan de Mood requiert l'autorisation d'accès à la caméra.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 Perspectives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743200" cy="45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Bilan du Projet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256032" cy="25603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14904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Android complète avec architecture client-serveur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75688"/>
            <a:ext cx="256032" cy="25603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75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20848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fonctionnalités IA distinctes intégrées avec Google Gemini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256032" cy="25603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70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26791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FastAPI + SQLite opérationnel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64408"/>
            <a:ext cx="256032" cy="25603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32735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Géolocalisation et carte des cinémas via Google Maps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58768"/>
            <a:ext cx="256032" cy="25603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58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38679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moderne inspirée Material Design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Perspectives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1481328"/>
            <a:ext cx="3931920" cy="5029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50876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 Déploiement cloud du backend (AWS/Azure)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075688"/>
            <a:ext cx="3931920" cy="5029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10312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Système de notation communautaire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2670048"/>
            <a:ext cx="3931920" cy="5029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69748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📴  Mode hors-ligne avec cache local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264408"/>
            <a:ext cx="3931920" cy="5029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29184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Recommandations collaboratives multi-utilisateurs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858768"/>
            <a:ext cx="3931920" cy="5029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88620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Version iOS avec Flutter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Merci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7432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votre attention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265176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3291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 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480560" y="73152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Yassine Jaabouk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480560" y="1554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EMSI Casablanca Maarif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2148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4ème Année — Cycle Ingénieurs — Développement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7432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👨‍🏫  Encadré par M. Mohammed Bousmah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3337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Année Universitaire 2025/2026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4023360"/>
            <a:ext cx="438912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4206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MoviesApp — Projet de Fin d'Année 2025/2026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MoviesApp — Présentation PFA</dc:title>
  <dc:subject>PptxGenJS Presentation</dc:subject>
  <dc:creator>Yassine Jaabouk</dc:creator>
  <cp:lastModifiedBy>Yassine Jaabouk</cp:lastModifiedBy>
  <cp:revision>1</cp:revision>
  <dcterms:created xsi:type="dcterms:W3CDTF">2026-05-22T08:05:37Z</dcterms:created>
  <dcterms:modified xsi:type="dcterms:W3CDTF">2026-05-22T08:05:37Z</dcterms:modified>
</cp:coreProperties>
</file>